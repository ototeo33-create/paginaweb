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035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3886200" y="320040"/>
            <a:ext cx="1371600" cy="13716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886200" y="320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42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Uso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0" y="3145536"/>
            <a:ext cx="27432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Educación para el Trabajo y Desarrollo Humano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formación, al alcance de un clic"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Madrid, Cundinamarca ·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el Portal INTEP?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educativa digital diseñada para simplificar la vida académica de toda la comunidad INTEP.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292608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749808" y="1691640"/>
            <a:ext cx="4526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886968" y="1691640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 desde cualquier dispositivo: celular, tablet o computador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50008"/>
            <a:ext cx="292608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749808" y="2350008"/>
            <a:ext cx="4526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86968" y="2350008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para toda tu actividad académica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08376"/>
            <a:ext cx="292608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749808" y="3008376"/>
            <a:ext cx="4526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86968" y="3008376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las 24 horas, los 7 días de la semana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66744"/>
            <a:ext cx="292608" cy="40233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749808" y="3666744"/>
            <a:ext cx="45262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886968" y="3666744"/>
            <a:ext cx="4297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roles: Estudiantes, Docentes y Administradores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23560" y="868680"/>
            <a:ext cx="315468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5623560" y="10058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5623560" y="14813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801368"/>
            <a:ext cx="2148840" cy="274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623560" y="19202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5623560" y="23957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disponibles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715768"/>
            <a:ext cx="2148840" cy="274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562356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5623560" y="33101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26480" y="3630168"/>
            <a:ext cx="2148840" cy="27432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623560" y="3749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5623560" y="42245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y Móvil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 Usuario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" y="86868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92608" y="868680"/>
            <a:ext cx="2743200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92608" y="868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10972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notas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10972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40080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horarios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0972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40080" y="2615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cartera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45536"/>
            <a:ext cx="10972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4008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solicitudes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10972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40080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clase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133088"/>
            <a:ext cx="109728" cy="21945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640080" y="40965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0" y="86868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3200400" y="868680"/>
            <a:ext cx="2743200" cy="62179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200400" y="868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64992" y="1664208"/>
            <a:ext cx="109728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547872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notas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64992" y="2157984"/>
            <a:ext cx="109728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547872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módulos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64992" y="2651760"/>
            <a:ext cx="109728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3547872" y="2615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Subir material de clase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64992" y="3145536"/>
            <a:ext cx="109728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3547872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horarios asignados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109728" cy="219456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547872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108192" y="86868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6" name="Shape 34"/>
          <p:cNvSpPr/>
          <p:nvPr/>
        </p:nvSpPr>
        <p:spPr>
          <a:xfrm>
            <a:off x="6108192" y="868680"/>
            <a:ext cx="2743200" cy="621792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6108192" y="868680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72784" y="1664208"/>
            <a:ext cx="109728" cy="219456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6455664" y="16276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sistema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272784" y="2157984"/>
            <a:ext cx="109728" cy="219456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6455664" y="21214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usuarios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272784" y="2651760"/>
            <a:ext cx="109728" cy="219456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6455664" y="2615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cartera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272784" y="3145536"/>
            <a:ext cx="109728" cy="219456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6455664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horarios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272784" y="3639312"/>
            <a:ext cx="109728" cy="219456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455664" y="36027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y reportes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Iniciar Sesión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93268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530352" y="1389888"/>
            <a:ext cx="685800" cy="685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530352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53312" y="1225296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al portal web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53312" y="1682496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tu navegador y visita el portal INTEP desde cualquier dispositivo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932688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5010912" y="1389888"/>
            <a:ext cx="685800" cy="685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5010912" y="138988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33872" y="1225296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tus credenciales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33872" y="1682496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 el usuario y la contraseña asignados por el instituto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530352" y="3291840"/>
            <a:ext cx="685800" cy="685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530352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53312" y="3127248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clic en "Ingresar"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53312" y="3584448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Presiona el botón de acceso para entrar al sistema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834640"/>
            <a:ext cx="4023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5010912" y="3291840"/>
            <a:ext cx="685800" cy="6858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5010912" y="3291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33872" y="3127248"/>
            <a:ext cx="2907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automático según rol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33872" y="3584448"/>
            <a:ext cx="29077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te redirige directamente a tu panel personalizado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636008"/>
            <a:ext cx="8412480" cy="246888"/>
          </a:xfrm>
          <a:prstGeom prst="rect">
            <a:avLst/>
          </a:prstGeom>
          <a:solidFill>
            <a:srgbClr val="FFF3CD"/>
          </a:solidFill>
          <a:ln w="1270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02920" y="4636008"/>
            <a:ext cx="8229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Si olvidaste tu contraseña, contacta directamente a la administración del instituto.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Principal (Dashboard)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iniciar sesión, cada usuario ve un panel personalizado con acceso rápido a todas sus funciones.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90472"/>
            <a:ext cx="25786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1490472"/>
            <a:ext cx="2578608" cy="1554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213055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ve solo lo que le corresponde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90472"/>
            <a:ext cx="25786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200400" y="1490472"/>
            <a:ext cx="2578608" cy="15544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200400" y="16916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6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Rápido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00400" y="213055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Botones directos a cada módulo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490472"/>
            <a:ext cx="25786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035040" y="1490472"/>
            <a:ext cx="2578608" cy="155448"/>
          </a:xfrm>
          <a:prstGeom prst="rect">
            <a:avLst/>
          </a:prstGeom>
          <a:solidFill>
            <a:srgbClr val="7B1D1D"/>
          </a:solidFill>
          <a:ln w="12700">
            <a:solidFill>
              <a:srgbClr val="7B1D1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035040" y="16916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13055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celular, tablet y PC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90672"/>
            <a:ext cx="25786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365760" y="3090672"/>
            <a:ext cx="2578608" cy="155448"/>
          </a:xfrm>
          <a:prstGeom prst="rect">
            <a:avLst/>
          </a:prstGeom>
          <a:solidFill>
            <a:srgbClr val="5B3A7E"/>
          </a:solidFill>
          <a:ln w="12700">
            <a:solidFill>
              <a:srgbClr val="5B3A7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365760" y="32918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3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24/7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373075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restricción de horario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3090672"/>
            <a:ext cx="25786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200400" y="3090672"/>
            <a:ext cx="2578608" cy="155448"/>
          </a:xfrm>
          <a:prstGeom prst="rect">
            <a:avLst/>
          </a:prstGeom>
          <a:solidFill>
            <a:srgbClr val="1B6680"/>
          </a:solidFill>
          <a:ln w="12700">
            <a:solidFill>
              <a:srgbClr val="1B668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00400" y="32918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0400" y="373075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 al recibir respuestas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35040" y="3090672"/>
            <a:ext cx="257860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Shape 27"/>
          <p:cNvSpPr/>
          <p:nvPr/>
        </p:nvSpPr>
        <p:spPr>
          <a:xfrm>
            <a:off x="6035040" y="3090672"/>
            <a:ext cx="2578608" cy="155448"/>
          </a:xfrm>
          <a:prstGeom prst="rect">
            <a:avLst/>
          </a:prstGeom>
          <a:solidFill>
            <a:srgbClr val="7A4800"/>
          </a:solidFill>
          <a:ln w="12700">
            <a:solidFill>
              <a:srgbClr val="7A48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035040" y="3291840"/>
            <a:ext cx="257860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Segura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35040" y="3730752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automático por inactividad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de Notas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estudiantes acceden en cualquier momento a sus calificaciones actualizadas por el docente.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32688" y="1572768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Parcial: evaluación de avance por módulo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2286000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32688" y="2286000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Conocimiento: prueba teórica del contenido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999232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entregables y trabajos prácticos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3712464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32688" y="3712464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Desempeño y Nota Final consolidada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868680"/>
            <a:ext cx="310896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669280" y="1143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5800" dirty="0"/>
          </a:p>
        </p:txBody>
      </p:sp>
      <p:sp>
        <p:nvSpPr>
          <p:cNvPr id="26" name="Text 24"/>
          <p:cNvSpPr/>
          <p:nvPr/>
        </p:nvSpPr>
        <p:spPr>
          <a:xfrm>
            <a:off x="566928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 tiempo real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0" y="3227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 materia y módulo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072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Siempre disponibles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tu horario de clases organizado por programa académico desde cualquier dispositivo.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32688" y="1572768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las materias asignadas a tu programa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2286000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32688" y="2286000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Días, horas y aulas de cada clase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999232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 de forma clara por semana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3712464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32688" y="3712464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Actualizado por el administrador del sistema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868680"/>
            <a:ext cx="310896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669280" y="1143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5800" dirty="0"/>
          </a:p>
        </p:txBody>
      </p:sp>
      <p:sp>
        <p:nvSpPr>
          <p:cNvPr id="26" name="Text 24"/>
          <p:cNvSpPr/>
          <p:nvPr/>
        </p:nvSpPr>
        <p:spPr>
          <a:xfrm>
            <a:off x="566928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Horario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 programa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0" y="3227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Días y horas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072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Siempre actualizado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solicitudes al instituto directamente desde el portal, sin necesidad de ir en persona.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32688" y="1572768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Certificado de estudio o matrícula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2286000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32688" y="2286000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 y salvo académico o financiero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999232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Constancias y documentos oficiales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3712464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32688" y="3712464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Notificación por correo al recibir respuesta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868680"/>
            <a:ext cx="310896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669280" y="1143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📬</a:t>
            </a:r>
            <a:endParaRPr lang="en-US" sz="5800" dirty="0"/>
          </a:p>
        </p:txBody>
      </p:sp>
      <p:sp>
        <p:nvSpPr>
          <p:cNvPr id="26" name="Text 24"/>
          <p:cNvSpPr/>
          <p:nvPr/>
        </p:nvSpPr>
        <p:spPr>
          <a:xfrm>
            <a:off x="566928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Filas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Desde cualquier lugar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0" y="3227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Respuesta por email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072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Seguimiento del proceso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Cartera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el estado de tus obligaciones financieras con el instituto en tiempo real.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32688" y="1572768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matrículas, mensualidades y seminarios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2286000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32688" y="2286000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pagos registrados y fechas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999232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Saldos pendientes siempre actualizados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3712464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32688" y="3712464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acudir al instituto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868680"/>
            <a:ext cx="310896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669280" y="1143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💳</a:t>
            </a:r>
            <a:endParaRPr lang="en-US" sz="5800" dirty="0"/>
          </a:p>
        </p:txBody>
      </p:sp>
      <p:sp>
        <p:nvSpPr>
          <p:cNvPr id="26" name="Text 24"/>
          <p:cNvSpPr/>
          <p:nvPr/>
        </p:nvSpPr>
        <p:spPr>
          <a:xfrm>
            <a:off x="566928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Cartera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Cobros y pagos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0" y="3227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Saldo en tiempo real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072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Historial completo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Clase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074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los recursos educativos subidos por tus docentes directamente desde el portal.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72768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6576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1572768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32688" y="1572768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Docentes suben archivos organizados por módulo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" y="2286000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932688" y="2286000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 descargan desde su panel personal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99923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36576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" y="2999232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Soporta: PDFs, Word, Excel, imágenes, presentaciones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6576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04672" y="3712464"/>
            <a:ext cx="45262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932688" y="3712464"/>
            <a:ext cx="4315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en cualquier momento y dispositivo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0" y="868680"/>
            <a:ext cx="310896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669280" y="11430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📚</a:t>
            </a:r>
            <a:endParaRPr lang="en-US" sz="5800" dirty="0"/>
          </a:p>
        </p:txBody>
      </p:sp>
      <p:sp>
        <p:nvSpPr>
          <p:cNvPr id="26" name="Text 24"/>
          <p:cNvSpPr/>
          <p:nvPr/>
        </p:nvSpPr>
        <p:spPr>
          <a:xfrm>
            <a:off x="5669280" y="2240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60720" y="28163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 módulo y materia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760720" y="322783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Descarga directa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760720" y="36393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Todos los formatos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Docentes: Ingresar Notas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es rápido y sencillo. El estudiante ve sus notas al instante.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2743200"/>
            <a:ext cx="6766560" cy="36576"/>
          </a:xfrm>
          <a:prstGeom prst="rect">
            <a:avLst/>
          </a:prstGeom>
          <a:solidFill>
            <a:srgbClr val="D0DCF0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84048" y="1463040"/>
            <a:ext cx="1874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84048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"Ingresar Notas"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panel principal del docente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50976" y="2377440"/>
            <a:ext cx="731520" cy="7315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5097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4048" y="3246120"/>
            <a:ext cx="18745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2487168" y="1463040"/>
            <a:ext cx="1874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487168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87168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la materia y el módulo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054096" y="2377440"/>
            <a:ext cx="731520" cy="7315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305409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2487168" y="3246120"/>
            <a:ext cx="18745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4590288" y="1463040"/>
            <a:ext cx="1874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4590288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90288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Parcial, conocimiento, producto y desempeño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57216" y="2377440"/>
            <a:ext cx="731520" cy="7315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15721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4590288" y="3246120"/>
            <a:ext cx="18745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5"/>
          <p:cNvSpPr/>
          <p:nvPr/>
        </p:nvSpPr>
        <p:spPr>
          <a:xfrm>
            <a:off x="6693408" y="1463040"/>
            <a:ext cx="18745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693408" y="1554480"/>
            <a:ext cx="1874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publicar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93408" y="228600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las ve al instante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260336" y="2377440"/>
            <a:ext cx="731520" cy="7315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7260336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693408" y="3246120"/>
            <a:ext cx="1874520" cy="658368"/>
          </a:xfrm>
          <a:prstGeom prst="rect">
            <a:avLst/>
          </a:prstGeom>
          <a:solidFill>
            <a:srgbClr val="EEF4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31"/>
          <p:cNvSpPr/>
          <p:nvPr/>
        </p:nvSpPr>
        <p:spPr>
          <a:xfrm>
            <a:off x="365760" y="4224528"/>
            <a:ext cx="841248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502920" y="42245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Final se calcula automáticamente a partir de: Parcial · Conocimiento · Producto · Desempeño.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y Foto de Usuario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tu experiencia en el portal actualizando tu información de perfil.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1508760"/>
            <a:ext cx="164592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0080" y="158191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tu foto de perfil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89280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Aparecerá en todo el sistema para identificarte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65760" y="2560320"/>
            <a:ext cx="164592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40080" y="263347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nombre siempre visible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29443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clara en cada sección del portal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164592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40080" y="36850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actualizada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9959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personales seguros y siempre vigentes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868680"/>
            <a:ext cx="301752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6355080" y="1261872"/>
            <a:ext cx="1828800" cy="18288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6355080" y="1261872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5800" dirty="0"/>
          </a:p>
        </p:txBody>
      </p:sp>
      <p:sp>
        <p:nvSpPr>
          <p:cNvPr id="23" name="Text 21"/>
          <p:cNvSpPr/>
          <p:nvPr/>
        </p:nvSpPr>
        <p:spPr>
          <a:xfrm>
            <a:off x="5760720" y="3200400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Perfil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60720" y="363931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identidad en el portal INTEP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Inteligencia Artificial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incluye un asistente inteligente que responde tus preguntas de forma inmediata.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81328"/>
            <a:ext cx="2468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2468880" cy="1371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24/7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0756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cualquier momento, sin esperas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99232" y="1481328"/>
            <a:ext cx="2468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2999232" y="1481328"/>
            <a:ext cx="2468880" cy="1371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999232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por Voz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9232" y="20756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dispositivos compatibles: iOS y Android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468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2468880" cy="1371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5760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 el Portal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sobre funciones, módulos y más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99232" y="2834640"/>
            <a:ext cx="246888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1" name="Shape 19"/>
          <p:cNvSpPr/>
          <p:nvPr/>
        </p:nvSpPr>
        <p:spPr>
          <a:xfrm>
            <a:off x="2999232" y="2834640"/>
            <a:ext cx="2468880" cy="137160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999232" y="301752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Académico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99232" y="3429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 con dudas educativas generales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868680"/>
            <a:ext cx="310896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669280" y="11155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566928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Integrada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69280" y="26700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Potenciado por Claude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60720" y="309067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cualquier cosa sobre el portal o temas de tu programa académico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7498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Celular (PWA)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INTEP · institutointepmadrid@gmail.com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886968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el portal como una app nativa en tu celular, sin necesidad de ir a la tienda de aplicaciones.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5029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502920" y="1645920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508760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el portal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1508760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el navegador de tu celular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276856"/>
            <a:ext cx="5029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502920" y="2414016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02920" y="2414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276856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 "Instalar"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276856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"Agregar a pantalla de inicio"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44952"/>
            <a:ext cx="5029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502920" y="3182112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029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51560" y="3044952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26080" y="3044952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la instalación en tu dispositivo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813048"/>
            <a:ext cx="502920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502920" y="3950208"/>
            <a:ext cx="411480" cy="411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02920" y="3950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3813048"/>
            <a:ext cx="19202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directo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26080" y="3813048"/>
            <a:ext cx="2377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cualquier app desde tu pantalla inicio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69280" y="868680"/>
            <a:ext cx="3108960" cy="3977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5669280" y="1115568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5669280" y="2212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PWA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69280" y="28163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Android ✓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0" y="3209544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iPhone ✓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360273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Sin descarga extra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69280" y="3995928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Funciona como app nativa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¿Necesitas Ayuda?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aquí para apoyarte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1435608"/>
            <a:ext cx="27432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475488" y="1627632"/>
            <a:ext cx="2578608" cy="1874520"/>
          </a:xfrm>
          <a:prstGeom prst="rect">
            <a:avLst/>
          </a:prstGeom>
          <a:solidFill>
            <a:srgbClr val="243F7A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475488" y="171907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" y="240487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Correo Electrónico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761488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institutointepmadrid@gmail.com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1627632"/>
            <a:ext cx="2578608" cy="1874520"/>
          </a:xfrm>
          <a:prstGeom prst="rect">
            <a:avLst/>
          </a:prstGeom>
          <a:solidFill>
            <a:srgbClr val="243F7A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310128" y="171907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310128" y="240487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10128" y="2761488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Disponible dentro del portal 24/7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1627632"/>
            <a:ext cx="2578608" cy="1874520"/>
          </a:xfrm>
          <a:prstGeom prst="rect">
            <a:avLst/>
          </a:prstGeom>
          <a:solidFill>
            <a:srgbClr val="243F7A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6144768" y="1719072"/>
            <a:ext cx="25786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🏫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144768" y="240487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44768" y="2761488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Madrid, Cundinamarca, Colombia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7307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 formación, al alcance de un clic"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INTEP · Instituto de Educación para el Trabajo y Desarrollo Humano · Madrid, Cundinamarca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</Words>
  <Application>Microsoft Office PowerPoint</Application>
  <PresentationFormat>Presentación en pantalla (16:9)</PresentationFormat>
  <Paragraphs>248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Segoe UI Emoji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Guía de Uso - Portal INTEP</dc:title>
  <dc:subject>PptxGenJS Presentation</dc:subject>
  <dc:creator>INTEP</dc:creator>
  <cp:lastModifiedBy>nicolas gallego</cp:lastModifiedBy>
  <cp:revision>1</cp:revision>
  <dcterms:created xsi:type="dcterms:W3CDTF">2026-04-09T22:47:34Z</dcterms:created>
  <dcterms:modified xsi:type="dcterms:W3CDTF">2026-04-09T23:01:32Z</dcterms:modified>
</cp:coreProperties>
</file>